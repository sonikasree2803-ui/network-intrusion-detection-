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9FDE39-BA96-4F72-BE60-D27BCA4355AB}" v="13" dt="2026-07-12T17:34:17.177"/>
  </p1510:revLst>
</p1510:revInfo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2448173930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Sonika Sree T Y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2803sonusree@gmail.com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8667865356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5" name="Placeholder 905"/>
          <p:cNvSpPr/>
          <p:nvPr/>
        </p:nvSpPr>
        <p:spPr>
          <a:xfrm>
            <a:off x="4053024" y="3738417"/>
            <a:ext cx="762500" cy="801811"/>
          </a:xfrm>
          <a:prstGeom prst="rect">
            <a:avLst/>
          </a:prstGeom>
          <a:solidFill>
            <a:srgbClr val="F2F2F2"/>
          </a:solidFill>
          <a:ln w="19050" cap="flat" cmpd="sng" algn="ctr">
            <a:solidFill>
              <a:srgbClr val="A6A6A6"/>
            </a:solidFill>
            <a:prstDash val="dash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buNone/>
            </a:pPr>
            <a:r>
              <a:rPr lang="en-US" sz="14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[ Upload photo here ]</a:t>
            </a:r>
          </a:p>
        </p:txBody>
      </p:sp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Cybersecurity / Networking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113080" y="547628"/>
            <a:ext cx="95811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[</a:t>
            </a: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Intrusion Detection using Machine Learning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25FE95-45BF-E4B4-2952-3EA561EEF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902" y="3633013"/>
            <a:ext cx="1222744" cy="11344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Network Intrusion Detection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Cyberattacks are constantly evolving, and traditional rule-based systems struggle to keep up with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and disguised attack patterns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Network administrators need a fast, automated way to tell normal traffic from malicious traffic. Without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real-time, automated detection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manual log monitoring is slow, error-prone, and cannot scale to modern network traffic volumes.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Learning-based Network Intrusion Detection System (NIDS)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that analyzes network traffic and classifies it as 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or an attack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The solution should: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Attack Classification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Detect and classify traffic into categories such as DoS, Probe, R2L, and U2R attacks, alongside normal traffic.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Feature-Based Analysis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Use 41 network traffic features (protocol type, service, flag, byte counts, error rates) to identify attack signatures.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Accuracy Detection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Achieve high precision and recall to minimize false alarms and missed attacks.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Pipeline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Preprocess, encode, and scale network traffic data before feeding it into the classification model.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accuracy, precision, and recall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using a confusion matrix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for balanced performance measurement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(low false positive/negative rate)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(consistent results across test data) 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Importance Analysis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Identify which network attributes contribute most strongly to detecting an intrusion.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55468" y="1168656"/>
            <a:ext cx="10607040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Solution: ML-Based Network Intrusion Detection System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solution is a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classification pipeline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built using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Python, scikit-learn, Pandas, and NumPy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detect and classify network intrusions from the NSL-KDD dataset. The system addresses the challenge of identifying malicious traffic through a structured, data-driven machine learning workflow.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its core, the solution processes raw network traffic records containing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 features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including protocol type, service, flag, byte counts, and connection statistics — and transforms them into a machine-readable format using label encoding and feature scaling.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pipeline consists of four key stages: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cleans the data and encodes categorical features (protocol_type, service, flag) using Label Encoding.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Scaling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standardizes numerical features using StandardScaler for consistent model input.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trains a Random Forest Classifier (100 estimators) on 80% of the data to learn attack vs. normal traffic patterns.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tests the model on the remaining 20% of data, measuring accuracy, precision, recall, and F1-score.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includes a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confusion matrix and feature importance chart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visualize model performance and highlight which network attributes most strongly indicate an intrusion.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scikit-learn is used for model training and evaluation, while Pandas and NumPy handle data preprocessing. IBM Cloud Lite services support the overall project infrastructure as mandated.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this solution delivers an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accurate and efficient intrusion detection model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distinguishes normal traffic from cyberattacks, enabling proactive network security monitoring.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&amp; Kaggle Notebook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For data loading, analysis, model building, and experimentation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scikit-learn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For implementing the Random Forest Classifier and evaluation metrics (accuracy, precision, recall, F1-score)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 &amp; NumPy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For data loading, cleaning, and preprocessing of the network traffic dataset. Handles label encoding for a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clean, consistent, and model-ready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dataset.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Lite –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Mandated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infrastructure supporting project deployment and scalability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required by the AICTE guidelines.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 &amp; Seaborn -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visualizing the confusion matrix and feature importance chart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NSL-KDD Dataset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(Kaggle) – Labeled network traffic dataset used for training and testing the intrusion detection model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Pipeline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 Used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7"/>
          <p:cNvSpPr txBox="1"/>
          <p:nvPr/>
        </p:nvSpPr>
        <p:spPr>
          <a:xfrm>
            <a:off x="474822" y="863187"/>
            <a:ext cx="8823960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Data Loading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Reads the NSL-KDD dataset (Train_data.csv) containing 25,192 network traffic records with 42 columns.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Label Encoding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Converts categorical features (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protocol_type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service, flag) into numeric form for the model.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Feature Scaling -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StandardScaler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normalizes numerical features for consistent, balanced model input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Random Forest Classifier -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ML model (100 estimators) that learns to distinguish normal vs. attack traffic.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</a:t>
            </a:r>
            <a:r>
              <a:rPr lang="en-US" sz="14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Model Evaluation Module - 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Computes accuracy, precision, recall, F1-score, and a confusion matrix on the test set</a:t>
            </a:r>
            <a:r>
              <a:rPr lang="en-US" sz="1400" b="0" i="0" u="none" strike="noStrike" cap="none" dirty="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endParaRPr lang="en-US" dirty="0">
              <a:highlight>
                <a:srgbClr val="000000"/>
              </a:highlight>
            </a:endParaRPr>
          </a:p>
          <a:p>
            <a:pPr lvl="0"/>
            <a:r>
              <a:rPr lang="en-US" dirty="0"/>
              <a:t>6) </a:t>
            </a:r>
            <a:r>
              <a:rPr lang="en-US" b="1" dirty="0"/>
              <a:t>Feature Importance Analysis </a:t>
            </a:r>
            <a:r>
              <a:rPr lang="en-US" dirty="0"/>
              <a:t>- identifies the top network attributes contributing to attack detection.</a:t>
            </a:r>
          </a:p>
          <a:p>
            <a:pPr marL="342900" lvl="0" indent="-254000">
              <a:buSzPts val="1400"/>
            </a:pPr>
            <a:endParaRPr lang="en-US" dirty="0">
              <a:highlight>
                <a:srgbClr val="C0C0C0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Pipeline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Placeholder 901"/>
          <p:cNvSpPr/>
          <p:nvPr/>
        </p:nvSpPr>
        <p:spPr>
          <a:xfrm>
            <a:off x="535570" y="1139263"/>
            <a:ext cx="11468100" cy="5505450"/>
          </a:xfrm>
          <a:prstGeom prst="rect">
            <a:avLst/>
          </a:prstGeom>
          <a:solidFill>
            <a:srgbClr val="F2F2F2"/>
          </a:solidFill>
          <a:ln w="19050" cap="flat" cmpd="sng" algn="ctr">
            <a:solidFill>
              <a:srgbClr val="A6A6A6"/>
            </a:solidFill>
            <a:prstDash val="dash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buNone/>
            </a:pPr>
            <a:r>
              <a:rPr lang="en-US" sz="14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[ Insert your ML pipeline / notebook workflow screenshot here 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966940-9DD0-697F-8D1E-5A3B5157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02" y="1063257"/>
            <a:ext cx="11578368" cy="5699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Placeholder 902"/>
          <p:cNvSpPr/>
          <p:nvPr/>
        </p:nvSpPr>
        <p:spPr>
          <a:xfrm>
            <a:off x="535570" y="675732"/>
            <a:ext cx="11468100" cy="6181725"/>
          </a:xfrm>
          <a:prstGeom prst="rect">
            <a:avLst/>
          </a:prstGeom>
          <a:solidFill>
            <a:srgbClr val="F2F2F2"/>
          </a:solidFill>
          <a:ln w="19050" cap="flat" cmpd="sng" algn="ctr">
            <a:solidFill>
              <a:srgbClr val="A6A6A6"/>
            </a:solidFill>
            <a:prstDash val="dash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buNone/>
            </a:pPr>
            <a:r>
              <a:rPr lang="en-US" sz="14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[ Insert your architecture diagram here 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7A381-2025-F43F-358D-7CDBBB888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06" y="675733"/>
            <a:ext cx="11685180" cy="61822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Machine Learning in the Solution 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Machine Learning in Network Intrusion Detection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the Network Intrusion Detection System to function as an intelligent, data-driven classifier rather than a static rule-based filter. Using a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Classifier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trained on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labeled network traffic data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model learns the complex patterns that separate normal traffic from malicious activity.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pipeline performs feature encoding, scaling, and classification in sequence, while working together as a single coherent workflow. This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ML pipeline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ensures efficient processing and accurate results.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also brings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pattern recognition at scale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learning from thousands of traffic records to generalize to new, unseen connections. It supports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rapid classification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enabling near real-time flagging of suspicious traffic.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Additionally, feature importance analysis reveals which network attributes most strongly signal an attack, adding interpretability to the model's decisions.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Machine Learning makes the system proactive, accurate, and scalable, acting like a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vigilant digital security analyst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helps protect networks from intrusions.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Summary 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9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9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39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39"/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99.68% accuracy achieved on the test set</a:t>
            </a:r>
            <a:endParaRPr/>
          </a:p>
        </p:txBody>
      </p:sp>
      <p:sp>
        <p:nvSpPr>
          <p:cNvPr id="903" name="Placeholder 903"/>
          <p:cNvSpPr/>
          <p:nvPr/>
        </p:nvSpPr>
        <p:spPr>
          <a:xfrm>
            <a:off x="114240" y="2453592"/>
            <a:ext cx="5095875" cy="2857500"/>
          </a:xfrm>
          <a:prstGeom prst="rect">
            <a:avLst/>
          </a:prstGeom>
          <a:solidFill>
            <a:srgbClr val="F2F2F2"/>
          </a:solidFill>
          <a:ln w="19050" cap="flat" cmpd="sng" algn="ctr">
            <a:solidFill>
              <a:srgbClr val="A6A6A6"/>
            </a:solidFill>
            <a:prstDash val="dash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buNone/>
            </a:pPr>
            <a:r>
              <a:rPr lang="en-US" sz="14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[ Insert your Confusion Matrix screenshot here ]</a:t>
            </a:r>
          </a:p>
        </p:txBody>
      </p:sp>
      <p:sp>
        <p:nvSpPr>
          <p:cNvPr id="904" name="Placeholder 904"/>
          <p:cNvSpPr/>
          <p:nvPr/>
        </p:nvSpPr>
        <p:spPr>
          <a:xfrm>
            <a:off x="6159601" y="2451181"/>
            <a:ext cx="5724525" cy="2857500"/>
          </a:xfrm>
          <a:prstGeom prst="rect">
            <a:avLst/>
          </a:prstGeom>
          <a:solidFill>
            <a:srgbClr val="F2F2F2"/>
          </a:solidFill>
          <a:ln w="19050" cap="flat" cmpd="sng" algn="ctr">
            <a:solidFill>
              <a:srgbClr val="A6A6A6"/>
            </a:solidFill>
            <a:prstDash val="dash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buNone/>
            </a:pPr>
            <a:r>
              <a:rPr lang="en-US" sz="1400" b="1" i="0" u="none" strike="noStrike" cap="none" dirty="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[ Insert your Feature Importance Chart screenshot here ]</a:t>
            </a:r>
          </a:p>
        </p:txBody>
      </p:sp>
      <p:sp>
        <p:nvSpPr>
          <p:cNvPr id="151" name="Google Shape;151;p39"/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/>
          </a:p>
        </p:txBody>
      </p:sp>
      <p:sp>
        <p:nvSpPr>
          <p:cNvPr id="152" name="Google Shape;152;p39"/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Importance Chart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9A253-1440-0779-304D-ED5C00CD4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7379"/>
            <a:ext cx="5268564" cy="3043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C2B53F-EFFD-C9D5-DC80-81DCD8189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377" y="2387379"/>
            <a:ext cx="6188149" cy="3173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Network Intrusion Detection system stands out by combining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 preprocessing, ensemble learning, and interpretability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into a single efficient pipeline.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 Learning Power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Uses a Random Forest of 100 decision trees to capture complex, non-linear attack patterns more reliably than a single classifier.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Precision &amp; Recall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Achieves near-perfect classification (99.68% accuracy) while minimizing both false alarms and missed attacks.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Interpretable Results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Feature importance analysis shows exactly which network attributes drive each prediction, unlike black-box models.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Lightweight &amp; Fast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Trains and predicts quickly on tabular data, making it practical for near real-time deployment.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Well-Tested Dataset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Built on the widely-used NSL-KDD benchmark, allowing fair comparison with existing research.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Security Focus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Goes beyond detection to highlight which traffic features administrators should monitor most closely.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&amp; Cloud-Ready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Deployable on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Lite services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wider accessibility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reliability at scale.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makes the solution a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reliable, transparent, and efficient intrusion detection model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just a black-box classifier.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095153" y="1153712"/>
            <a:ext cx="9338151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  <a:endParaRPr dirty="0"/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https://github.com/sonikasree2803-ui/Network-intrusion-Detection-.git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Real-Time Deployment &amp; Live Traffic Monitoring – </a:t>
            </a:r>
            <a:endParaRPr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can be deployed as a live network monitoring service that scans traffic in real time and sends instant alerts to administrators. This would extend the current offline classification into a proactive, continuously running intrusion detection system for production networks.</a:t>
            </a:r>
            <a:endParaRPr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Deep Learning &amp; Zero-Day Attack Detection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endParaRPr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Extending the system with deep learning models (e.g., LSTM or autoencoders) could help detect previously unseen, zero-day attack patterns that a Random Forest model may miss, further strengthening network security coverage.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906"/>
          <p:cNvSpPr/>
          <p:nvPr/>
        </p:nvSpPr>
        <p:spPr>
          <a:xfrm>
            <a:off x="1140862" y="1485577"/>
            <a:ext cx="6911761" cy="4520796"/>
          </a:xfrm>
          <a:prstGeom prst="rect">
            <a:avLst/>
          </a:prstGeom>
          <a:solidFill>
            <a:srgbClr val="F2F2F2"/>
          </a:solidFill>
          <a:ln w="19050" cap="flat" cmpd="sng" algn="ctr">
            <a:solidFill>
              <a:srgbClr val="A6A6A6"/>
            </a:solidFill>
            <a:prstDash val="dash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buNone/>
            </a:pPr>
            <a:r>
              <a:rPr lang="en-US" sz="14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[ Upload your Credly certificate here ]</a:t>
            </a:r>
          </a:p>
        </p:txBody>
      </p:sp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  add your credly certificate </a:t>
            </a:r>
            <a:endParaRPr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495AC40-24F6-5B39-42AA-04D73FA7A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132284"/>
              </p:ext>
            </p:extLst>
          </p:nvPr>
        </p:nvGraphicFramePr>
        <p:xfrm>
          <a:off x="1140862" y="1485577"/>
          <a:ext cx="7046208" cy="468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r:id="rId3" imgW="0" imgH="360" progId="FoxitReader.Document">
                  <p:embed/>
                </p:oleObj>
              </mc:Choice>
              <mc:Fallback>
                <p:oleObj name="PDF" r:id="rId3" imgW="0" imgH="360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0862" y="1485577"/>
                        <a:ext cx="7046208" cy="4682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907"/>
          <p:cNvSpPr/>
          <p:nvPr/>
        </p:nvSpPr>
        <p:spPr>
          <a:xfrm>
            <a:off x="2512736" y="1712637"/>
            <a:ext cx="7177553" cy="4658577"/>
          </a:xfrm>
          <a:prstGeom prst="rect">
            <a:avLst/>
          </a:prstGeom>
          <a:solidFill>
            <a:srgbClr val="F2F2F2"/>
          </a:solidFill>
          <a:ln w="19050" cap="flat" cmpd="sng" algn="ctr">
            <a:solidFill>
              <a:srgbClr val="A6A6A6"/>
            </a:solidFill>
            <a:prstDash val="dash"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buNone/>
            </a:pPr>
            <a:r>
              <a:rPr lang="en-US" sz="1400" b="1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[ Upload your IBM BOB certificate here ]</a:t>
            </a:r>
          </a:p>
        </p:txBody>
      </p:sp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4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IBM BOB Certificate</a:t>
            </a:r>
            <a:endParaRPr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BAF74D1-036B-9BD5-A7F6-5D89915F3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870633"/>
              </p:ext>
            </p:extLst>
          </p:nvPr>
        </p:nvGraphicFramePr>
        <p:xfrm>
          <a:off x="2501711" y="1712638"/>
          <a:ext cx="7546055" cy="4658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r:id="rId3" imgW="0" imgH="360" progId="FoxitReader.Document">
                  <p:embed/>
                </p:oleObj>
              </mc:Choice>
              <mc:Fallback>
                <p:oleObj name="PDF" r:id="rId3" imgW="0" imgH="360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01711" y="1712638"/>
                        <a:ext cx="7546055" cy="4658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1443</Words>
  <Application>Microsoft Office PowerPoint</Application>
  <PresentationFormat>Widescreen</PresentationFormat>
  <Paragraphs>133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Foxit PDF Document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lastModifiedBy>Sonika sree TY</cp:lastModifiedBy>
  <cp:revision>2</cp:revision>
  <dcterms:created xsi:type="dcterms:W3CDTF">2025-07-08T05:06:56Z</dcterms:created>
  <dcterms:modified xsi:type="dcterms:W3CDTF">2026-07-12T17:37:59Z</dcterms:modified>
</cp:coreProperties>
</file>